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0C3757-7085-407A-9CC6-D49715BE29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709393-8268-4FB0-95D9-30E7C5D39585}">
      <dgm:prSet custT="1"/>
      <dgm:spPr/>
      <dgm:t>
        <a:bodyPr/>
        <a:lstStyle/>
        <a:p>
          <a:r>
            <a:rPr lang="fr-FR" sz="2000" dirty="0"/>
            <a:t>Introduction</a:t>
          </a:r>
          <a:endParaRPr lang="en-US" sz="2000" dirty="0"/>
        </a:p>
      </dgm:t>
    </dgm:pt>
    <dgm:pt modelId="{03B2AFB6-A76A-46F3-928E-BA58805309B1}" type="parTrans" cxnId="{FECD05B0-2E9C-4C5A-BA99-B3B9B174E92F}">
      <dgm:prSet/>
      <dgm:spPr/>
      <dgm:t>
        <a:bodyPr/>
        <a:lstStyle/>
        <a:p>
          <a:endParaRPr lang="en-US" sz="1800"/>
        </a:p>
      </dgm:t>
    </dgm:pt>
    <dgm:pt modelId="{8966526F-FE6A-4AF4-90C9-88DCF1219774}" type="sibTrans" cxnId="{FECD05B0-2E9C-4C5A-BA99-B3B9B174E92F}">
      <dgm:prSet/>
      <dgm:spPr/>
      <dgm:t>
        <a:bodyPr/>
        <a:lstStyle/>
        <a:p>
          <a:endParaRPr lang="en-US" sz="1800"/>
        </a:p>
      </dgm:t>
    </dgm:pt>
    <dgm:pt modelId="{C44127AA-C094-457A-AD99-F3E3857A5EE5}">
      <dgm:prSet custT="1"/>
      <dgm:spPr/>
      <dgm:t>
        <a:bodyPr/>
        <a:lstStyle/>
        <a:p>
          <a:r>
            <a:rPr lang="fr-FR" sz="2000" dirty="0"/>
            <a:t>Fonctionnement des machines virtuelles</a:t>
          </a:r>
          <a:endParaRPr lang="en-US" sz="2000" dirty="0"/>
        </a:p>
      </dgm:t>
    </dgm:pt>
    <dgm:pt modelId="{A964B1B8-2141-488E-9067-06AD6AA869BD}" type="parTrans" cxnId="{FE3FEA99-2B16-475E-A388-E7C64B2396FD}">
      <dgm:prSet/>
      <dgm:spPr/>
      <dgm:t>
        <a:bodyPr/>
        <a:lstStyle/>
        <a:p>
          <a:endParaRPr lang="en-US" sz="1800"/>
        </a:p>
      </dgm:t>
    </dgm:pt>
    <dgm:pt modelId="{A0717827-3A96-450E-8A7E-2D03B6E4FC9F}" type="sibTrans" cxnId="{FE3FEA99-2B16-475E-A388-E7C64B2396FD}">
      <dgm:prSet/>
      <dgm:spPr/>
      <dgm:t>
        <a:bodyPr/>
        <a:lstStyle/>
        <a:p>
          <a:endParaRPr lang="en-US" sz="1800"/>
        </a:p>
      </dgm:t>
    </dgm:pt>
    <dgm:pt modelId="{F1C30FE4-F187-4F7C-ADCA-14369A3BC9B0}">
      <dgm:prSet custT="1"/>
      <dgm:spPr/>
      <dgm:t>
        <a:bodyPr/>
        <a:lstStyle/>
        <a:p>
          <a:r>
            <a:rPr lang="fr-FR" sz="2000"/>
            <a:t>Avantages des VM</a:t>
          </a:r>
          <a:endParaRPr lang="en-US" sz="2000"/>
        </a:p>
      </dgm:t>
    </dgm:pt>
    <dgm:pt modelId="{5A78D1F9-AC00-4AE1-B899-675EC1DA38E7}" type="parTrans" cxnId="{200D3ECA-BDFF-4E9E-B4EB-21DC46CCEC61}">
      <dgm:prSet/>
      <dgm:spPr/>
      <dgm:t>
        <a:bodyPr/>
        <a:lstStyle/>
        <a:p>
          <a:endParaRPr lang="en-US" sz="1800"/>
        </a:p>
      </dgm:t>
    </dgm:pt>
    <dgm:pt modelId="{34F354CB-3A52-4588-AAC1-2909FB1F1CF2}" type="sibTrans" cxnId="{200D3ECA-BDFF-4E9E-B4EB-21DC46CCEC61}">
      <dgm:prSet/>
      <dgm:spPr/>
      <dgm:t>
        <a:bodyPr/>
        <a:lstStyle/>
        <a:p>
          <a:endParaRPr lang="en-US" sz="1800"/>
        </a:p>
      </dgm:t>
    </dgm:pt>
    <dgm:pt modelId="{8614862B-5146-4875-B9EA-CAABA746861F}">
      <dgm:prSet custT="1"/>
      <dgm:spPr/>
      <dgm:t>
        <a:bodyPr/>
        <a:lstStyle/>
        <a:p>
          <a:r>
            <a:rPr lang="fr-FR" sz="2000"/>
            <a:t>Cas d’usages des VM</a:t>
          </a:r>
          <a:endParaRPr lang="en-US" sz="2000"/>
        </a:p>
      </dgm:t>
    </dgm:pt>
    <dgm:pt modelId="{DDE939E9-B4F9-49DD-9BA2-B2D2F0047FE4}" type="parTrans" cxnId="{AB58746F-F7AA-4A09-B358-FCACB93FB63A}">
      <dgm:prSet/>
      <dgm:spPr/>
      <dgm:t>
        <a:bodyPr/>
        <a:lstStyle/>
        <a:p>
          <a:endParaRPr lang="en-US" sz="1800"/>
        </a:p>
      </dgm:t>
    </dgm:pt>
    <dgm:pt modelId="{3A5DE2E1-10AE-49AF-A3FE-98576EA09186}" type="sibTrans" cxnId="{AB58746F-F7AA-4A09-B358-FCACB93FB63A}">
      <dgm:prSet/>
      <dgm:spPr/>
      <dgm:t>
        <a:bodyPr/>
        <a:lstStyle/>
        <a:p>
          <a:endParaRPr lang="en-US" sz="1800"/>
        </a:p>
      </dgm:t>
    </dgm:pt>
    <dgm:pt modelId="{8E228849-E3A4-46A0-BC65-2DB2F427E584}">
      <dgm:prSet custT="1"/>
      <dgm:spPr/>
      <dgm:t>
        <a:bodyPr/>
        <a:lstStyle/>
        <a:p>
          <a:r>
            <a:rPr lang="fr-FR" sz="2000"/>
            <a:t>Limites et alternatives</a:t>
          </a:r>
          <a:endParaRPr lang="en-US" sz="2000"/>
        </a:p>
      </dgm:t>
    </dgm:pt>
    <dgm:pt modelId="{6D01B6A7-6111-418D-99E1-EC748500B9FC}" type="parTrans" cxnId="{AC6DC5B0-28EC-462D-A13E-AAB8238D0016}">
      <dgm:prSet/>
      <dgm:spPr/>
      <dgm:t>
        <a:bodyPr/>
        <a:lstStyle/>
        <a:p>
          <a:endParaRPr lang="en-US" sz="1800"/>
        </a:p>
      </dgm:t>
    </dgm:pt>
    <dgm:pt modelId="{71027C6C-2CA8-441F-B7F1-DE98C4DC515D}" type="sibTrans" cxnId="{AC6DC5B0-28EC-462D-A13E-AAB8238D0016}">
      <dgm:prSet/>
      <dgm:spPr/>
      <dgm:t>
        <a:bodyPr/>
        <a:lstStyle/>
        <a:p>
          <a:endParaRPr lang="en-US" sz="1800"/>
        </a:p>
      </dgm:t>
    </dgm:pt>
    <dgm:pt modelId="{388941E8-BD97-4604-AD00-098EAE47FB7F}">
      <dgm:prSet custT="1"/>
      <dgm:spPr/>
      <dgm:t>
        <a:bodyPr/>
        <a:lstStyle/>
        <a:p>
          <a:r>
            <a:rPr lang="fr-FR" sz="2000"/>
            <a:t>Conclusion</a:t>
          </a:r>
          <a:endParaRPr lang="en-US" sz="2000"/>
        </a:p>
      </dgm:t>
    </dgm:pt>
    <dgm:pt modelId="{8465C3D1-4599-4B1C-BDBF-292F5FF89C69}" type="parTrans" cxnId="{B23FEE59-3E0C-4FA0-A235-13AB4037D360}">
      <dgm:prSet/>
      <dgm:spPr/>
      <dgm:t>
        <a:bodyPr/>
        <a:lstStyle/>
        <a:p>
          <a:endParaRPr lang="en-US" sz="1800"/>
        </a:p>
      </dgm:t>
    </dgm:pt>
    <dgm:pt modelId="{D9E81DF5-1029-475C-B2E0-CF461E4F2DCD}" type="sibTrans" cxnId="{B23FEE59-3E0C-4FA0-A235-13AB4037D360}">
      <dgm:prSet/>
      <dgm:spPr/>
      <dgm:t>
        <a:bodyPr/>
        <a:lstStyle/>
        <a:p>
          <a:endParaRPr lang="en-US" sz="1800"/>
        </a:p>
      </dgm:t>
    </dgm:pt>
    <dgm:pt modelId="{91CFCA91-0335-4C1E-A0CE-2A035D728CAB}" type="pres">
      <dgm:prSet presAssocID="{680C3757-7085-407A-9CC6-D49715BE2976}" presName="linear" presStyleCnt="0">
        <dgm:presLayoutVars>
          <dgm:animLvl val="lvl"/>
          <dgm:resizeHandles val="exact"/>
        </dgm:presLayoutVars>
      </dgm:prSet>
      <dgm:spPr/>
    </dgm:pt>
    <dgm:pt modelId="{7B4F69DF-8C79-4A14-BA4B-9E9A47099CEE}" type="pres">
      <dgm:prSet presAssocID="{AD709393-8268-4FB0-95D9-30E7C5D3958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124C0D1-1A25-4746-8210-20B619116019}" type="pres">
      <dgm:prSet presAssocID="{8966526F-FE6A-4AF4-90C9-88DCF1219774}" presName="spacer" presStyleCnt="0"/>
      <dgm:spPr/>
    </dgm:pt>
    <dgm:pt modelId="{F3F9CEDA-5533-47CA-8A61-8119413F1ECD}" type="pres">
      <dgm:prSet presAssocID="{C44127AA-C094-457A-AD99-F3E3857A5EE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1F988F8-6EE5-48B8-9C2A-939BC5DB6194}" type="pres">
      <dgm:prSet presAssocID="{A0717827-3A96-450E-8A7E-2D03B6E4FC9F}" presName="spacer" presStyleCnt="0"/>
      <dgm:spPr/>
    </dgm:pt>
    <dgm:pt modelId="{2DD0BAB5-C7C7-41BD-8972-3EC84B3C9ACC}" type="pres">
      <dgm:prSet presAssocID="{F1C30FE4-F187-4F7C-ADCA-14369A3BC9B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F929EBA-3D00-450F-BC24-7D55C3695DF3}" type="pres">
      <dgm:prSet presAssocID="{34F354CB-3A52-4588-AAC1-2909FB1F1CF2}" presName="spacer" presStyleCnt="0"/>
      <dgm:spPr/>
    </dgm:pt>
    <dgm:pt modelId="{DE964E3A-32ED-43CF-9097-7C2AFA12DF04}" type="pres">
      <dgm:prSet presAssocID="{8614862B-5146-4875-B9EA-CAABA746861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A3D72D7-B86D-444A-8350-A741D46464D1}" type="pres">
      <dgm:prSet presAssocID="{3A5DE2E1-10AE-49AF-A3FE-98576EA09186}" presName="spacer" presStyleCnt="0"/>
      <dgm:spPr/>
    </dgm:pt>
    <dgm:pt modelId="{9CBFB1CD-85EE-4AA3-9E71-488AC82525B4}" type="pres">
      <dgm:prSet presAssocID="{8E228849-E3A4-46A0-BC65-2DB2F427E58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652A92E-E804-4C62-AB18-51B077C40E6B}" type="pres">
      <dgm:prSet presAssocID="{71027C6C-2CA8-441F-B7F1-DE98C4DC515D}" presName="spacer" presStyleCnt="0"/>
      <dgm:spPr/>
    </dgm:pt>
    <dgm:pt modelId="{3AA86DD4-ECFD-417E-B6E5-8ED55174EC6F}" type="pres">
      <dgm:prSet presAssocID="{388941E8-BD97-4604-AD00-098EAE47FB7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FE5D105-D09E-44AB-947C-A3125F72B23B}" type="presOf" srcId="{8614862B-5146-4875-B9EA-CAABA746861F}" destId="{DE964E3A-32ED-43CF-9097-7C2AFA12DF04}" srcOrd="0" destOrd="0" presId="urn:microsoft.com/office/officeart/2005/8/layout/vList2"/>
    <dgm:cxn modelId="{A8B1E02C-9714-41E4-B341-113D78F33151}" type="presOf" srcId="{8E228849-E3A4-46A0-BC65-2DB2F427E584}" destId="{9CBFB1CD-85EE-4AA3-9E71-488AC82525B4}" srcOrd="0" destOrd="0" presId="urn:microsoft.com/office/officeart/2005/8/layout/vList2"/>
    <dgm:cxn modelId="{809B7B5D-A166-4EAE-8591-BDB7103B0A93}" type="presOf" srcId="{C44127AA-C094-457A-AD99-F3E3857A5EE5}" destId="{F3F9CEDA-5533-47CA-8A61-8119413F1ECD}" srcOrd="0" destOrd="0" presId="urn:microsoft.com/office/officeart/2005/8/layout/vList2"/>
    <dgm:cxn modelId="{DF314348-90D6-40FA-8C7B-CD3BB5A36F85}" type="presOf" srcId="{AD709393-8268-4FB0-95D9-30E7C5D39585}" destId="{7B4F69DF-8C79-4A14-BA4B-9E9A47099CEE}" srcOrd="0" destOrd="0" presId="urn:microsoft.com/office/officeart/2005/8/layout/vList2"/>
    <dgm:cxn modelId="{AB58746F-F7AA-4A09-B358-FCACB93FB63A}" srcId="{680C3757-7085-407A-9CC6-D49715BE2976}" destId="{8614862B-5146-4875-B9EA-CAABA746861F}" srcOrd="3" destOrd="0" parTransId="{DDE939E9-B4F9-49DD-9BA2-B2D2F0047FE4}" sibTransId="{3A5DE2E1-10AE-49AF-A3FE-98576EA09186}"/>
    <dgm:cxn modelId="{92C24F71-31AB-4D64-A6EF-92C7C022A340}" type="presOf" srcId="{388941E8-BD97-4604-AD00-098EAE47FB7F}" destId="{3AA86DD4-ECFD-417E-B6E5-8ED55174EC6F}" srcOrd="0" destOrd="0" presId="urn:microsoft.com/office/officeart/2005/8/layout/vList2"/>
    <dgm:cxn modelId="{B23FEE59-3E0C-4FA0-A235-13AB4037D360}" srcId="{680C3757-7085-407A-9CC6-D49715BE2976}" destId="{388941E8-BD97-4604-AD00-098EAE47FB7F}" srcOrd="5" destOrd="0" parTransId="{8465C3D1-4599-4B1C-BDBF-292F5FF89C69}" sibTransId="{D9E81DF5-1029-475C-B2E0-CF461E4F2DCD}"/>
    <dgm:cxn modelId="{B7D3FA87-C9D9-45A8-82F9-57594D16B9ED}" type="presOf" srcId="{F1C30FE4-F187-4F7C-ADCA-14369A3BC9B0}" destId="{2DD0BAB5-C7C7-41BD-8972-3EC84B3C9ACC}" srcOrd="0" destOrd="0" presId="urn:microsoft.com/office/officeart/2005/8/layout/vList2"/>
    <dgm:cxn modelId="{FE3FEA99-2B16-475E-A388-E7C64B2396FD}" srcId="{680C3757-7085-407A-9CC6-D49715BE2976}" destId="{C44127AA-C094-457A-AD99-F3E3857A5EE5}" srcOrd="1" destOrd="0" parTransId="{A964B1B8-2141-488E-9067-06AD6AA869BD}" sibTransId="{A0717827-3A96-450E-8A7E-2D03B6E4FC9F}"/>
    <dgm:cxn modelId="{FECD05B0-2E9C-4C5A-BA99-B3B9B174E92F}" srcId="{680C3757-7085-407A-9CC6-D49715BE2976}" destId="{AD709393-8268-4FB0-95D9-30E7C5D39585}" srcOrd="0" destOrd="0" parTransId="{03B2AFB6-A76A-46F3-928E-BA58805309B1}" sibTransId="{8966526F-FE6A-4AF4-90C9-88DCF1219774}"/>
    <dgm:cxn modelId="{AC6DC5B0-28EC-462D-A13E-AAB8238D0016}" srcId="{680C3757-7085-407A-9CC6-D49715BE2976}" destId="{8E228849-E3A4-46A0-BC65-2DB2F427E584}" srcOrd="4" destOrd="0" parTransId="{6D01B6A7-6111-418D-99E1-EC748500B9FC}" sibTransId="{71027C6C-2CA8-441F-B7F1-DE98C4DC515D}"/>
    <dgm:cxn modelId="{200D3ECA-BDFF-4E9E-B4EB-21DC46CCEC61}" srcId="{680C3757-7085-407A-9CC6-D49715BE2976}" destId="{F1C30FE4-F187-4F7C-ADCA-14369A3BC9B0}" srcOrd="2" destOrd="0" parTransId="{5A78D1F9-AC00-4AE1-B899-675EC1DA38E7}" sibTransId="{34F354CB-3A52-4588-AAC1-2909FB1F1CF2}"/>
    <dgm:cxn modelId="{CAB886F5-CBC1-466F-9654-3D98B489DFDA}" type="presOf" srcId="{680C3757-7085-407A-9CC6-D49715BE2976}" destId="{91CFCA91-0335-4C1E-A0CE-2A035D728CAB}" srcOrd="0" destOrd="0" presId="urn:microsoft.com/office/officeart/2005/8/layout/vList2"/>
    <dgm:cxn modelId="{EF85A830-9419-4D2D-8D9D-51AC96C583C9}" type="presParOf" srcId="{91CFCA91-0335-4C1E-A0CE-2A035D728CAB}" destId="{7B4F69DF-8C79-4A14-BA4B-9E9A47099CEE}" srcOrd="0" destOrd="0" presId="urn:microsoft.com/office/officeart/2005/8/layout/vList2"/>
    <dgm:cxn modelId="{AF67CA78-3504-4159-88DA-0894902D9023}" type="presParOf" srcId="{91CFCA91-0335-4C1E-A0CE-2A035D728CAB}" destId="{0124C0D1-1A25-4746-8210-20B619116019}" srcOrd="1" destOrd="0" presId="urn:microsoft.com/office/officeart/2005/8/layout/vList2"/>
    <dgm:cxn modelId="{C1265C22-D26A-4F7A-9160-739D60D686A9}" type="presParOf" srcId="{91CFCA91-0335-4C1E-A0CE-2A035D728CAB}" destId="{F3F9CEDA-5533-47CA-8A61-8119413F1ECD}" srcOrd="2" destOrd="0" presId="urn:microsoft.com/office/officeart/2005/8/layout/vList2"/>
    <dgm:cxn modelId="{EA297C10-6D48-44CC-B993-E2E621946908}" type="presParOf" srcId="{91CFCA91-0335-4C1E-A0CE-2A035D728CAB}" destId="{C1F988F8-6EE5-48B8-9C2A-939BC5DB6194}" srcOrd="3" destOrd="0" presId="urn:microsoft.com/office/officeart/2005/8/layout/vList2"/>
    <dgm:cxn modelId="{464705B2-BE8F-49B4-A743-D655D27E5BC5}" type="presParOf" srcId="{91CFCA91-0335-4C1E-A0CE-2A035D728CAB}" destId="{2DD0BAB5-C7C7-41BD-8972-3EC84B3C9ACC}" srcOrd="4" destOrd="0" presId="urn:microsoft.com/office/officeart/2005/8/layout/vList2"/>
    <dgm:cxn modelId="{AC14D619-D0B2-4553-A856-813B332FB9A8}" type="presParOf" srcId="{91CFCA91-0335-4C1E-A0CE-2A035D728CAB}" destId="{BF929EBA-3D00-450F-BC24-7D55C3695DF3}" srcOrd="5" destOrd="0" presId="urn:microsoft.com/office/officeart/2005/8/layout/vList2"/>
    <dgm:cxn modelId="{EB261A32-F36D-440D-BDC3-09C85CB837FA}" type="presParOf" srcId="{91CFCA91-0335-4C1E-A0CE-2A035D728CAB}" destId="{DE964E3A-32ED-43CF-9097-7C2AFA12DF04}" srcOrd="6" destOrd="0" presId="urn:microsoft.com/office/officeart/2005/8/layout/vList2"/>
    <dgm:cxn modelId="{2E17E8C8-8F7B-437A-802E-295A71B58CCE}" type="presParOf" srcId="{91CFCA91-0335-4C1E-A0CE-2A035D728CAB}" destId="{CA3D72D7-B86D-444A-8350-A741D46464D1}" srcOrd="7" destOrd="0" presId="urn:microsoft.com/office/officeart/2005/8/layout/vList2"/>
    <dgm:cxn modelId="{743EA776-C191-4033-8795-D4C840711118}" type="presParOf" srcId="{91CFCA91-0335-4C1E-A0CE-2A035D728CAB}" destId="{9CBFB1CD-85EE-4AA3-9E71-488AC82525B4}" srcOrd="8" destOrd="0" presId="urn:microsoft.com/office/officeart/2005/8/layout/vList2"/>
    <dgm:cxn modelId="{319F1D32-EA3F-497B-8AF2-9106FC5C61F6}" type="presParOf" srcId="{91CFCA91-0335-4C1E-A0CE-2A035D728CAB}" destId="{3652A92E-E804-4C62-AB18-51B077C40E6B}" srcOrd="9" destOrd="0" presId="urn:microsoft.com/office/officeart/2005/8/layout/vList2"/>
    <dgm:cxn modelId="{3FF562A4-83F2-487E-B02A-D71E90D2E433}" type="presParOf" srcId="{91CFCA91-0335-4C1E-A0CE-2A035D728CAB}" destId="{3AA86DD4-ECFD-417E-B6E5-8ED55174EC6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BAD2B4-B58C-4C8F-AA74-3FD339FB07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A6D8C912-67EB-4E6F-8276-9B28AC3318A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Flexibilité et portabilité</a:t>
          </a:r>
          <a:endParaRPr lang="en-US"/>
        </a:p>
      </dgm:t>
    </dgm:pt>
    <dgm:pt modelId="{4D53B923-D8C9-46C5-95AC-F33694C73D9A}" type="parTrans" cxnId="{2728783C-8930-49CC-9CBD-91C6D65B9C7C}">
      <dgm:prSet/>
      <dgm:spPr/>
      <dgm:t>
        <a:bodyPr/>
        <a:lstStyle/>
        <a:p>
          <a:endParaRPr lang="en-US"/>
        </a:p>
      </dgm:t>
    </dgm:pt>
    <dgm:pt modelId="{FDB86D33-6881-46DD-A72E-65DE5D2D5FA8}" type="sibTrans" cxnId="{2728783C-8930-49CC-9CBD-91C6D65B9C7C}">
      <dgm:prSet/>
      <dgm:spPr/>
      <dgm:t>
        <a:bodyPr/>
        <a:lstStyle/>
        <a:p>
          <a:endParaRPr lang="en-US"/>
        </a:p>
      </dgm:t>
    </dgm:pt>
    <dgm:pt modelId="{2AF9E496-50AB-4DB3-8A26-B0FC63AE1CD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Optimisation des ressources matérielles</a:t>
          </a:r>
          <a:endParaRPr lang="en-US"/>
        </a:p>
      </dgm:t>
    </dgm:pt>
    <dgm:pt modelId="{14267F26-42BE-41F6-B37A-1B0A00FBBE9C}" type="parTrans" cxnId="{0851B508-69E2-4DB1-9D3B-E97A9674B48D}">
      <dgm:prSet/>
      <dgm:spPr/>
      <dgm:t>
        <a:bodyPr/>
        <a:lstStyle/>
        <a:p>
          <a:endParaRPr lang="en-US"/>
        </a:p>
      </dgm:t>
    </dgm:pt>
    <dgm:pt modelId="{F355700F-7883-4DD9-AEB0-CC1ECCBCD736}" type="sibTrans" cxnId="{0851B508-69E2-4DB1-9D3B-E97A9674B48D}">
      <dgm:prSet/>
      <dgm:spPr/>
      <dgm:t>
        <a:bodyPr/>
        <a:lstStyle/>
        <a:p>
          <a:endParaRPr lang="en-US"/>
        </a:p>
      </dgm:t>
    </dgm:pt>
    <dgm:pt modelId="{039B20D8-81B0-41D6-9D2A-E52977B77A5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Sécurité et isolation des environnements</a:t>
          </a:r>
          <a:endParaRPr lang="en-US"/>
        </a:p>
      </dgm:t>
    </dgm:pt>
    <dgm:pt modelId="{2D3B6C8C-0A2E-4E93-911E-381D849A4BF8}" type="parTrans" cxnId="{D81401E5-13E6-4B4C-8E89-92DEDC62284A}">
      <dgm:prSet/>
      <dgm:spPr/>
      <dgm:t>
        <a:bodyPr/>
        <a:lstStyle/>
        <a:p>
          <a:endParaRPr lang="en-US"/>
        </a:p>
      </dgm:t>
    </dgm:pt>
    <dgm:pt modelId="{5EE4C25A-2CD0-48DC-8A4D-7EF36287BDE9}" type="sibTrans" cxnId="{D81401E5-13E6-4B4C-8E89-92DEDC62284A}">
      <dgm:prSet/>
      <dgm:spPr/>
      <dgm:t>
        <a:bodyPr/>
        <a:lstStyle/>
        <a:p>
          <a:endParaRPr lang="en-US"/>
        </a:p>
      </dgm:t>
    </dgm:pt>
    <dgm:pt modelId="{46BF6D80-584B-4CF7-A1EC-948430C86236}" type="pres">
      <dgm:prSet presAssocID="{72BAD2B4-B58C-4C8F-AA74-3FD339FB0759}" presName="root" presStyleCnt="0">
        <dgm:presLayoutVars>
          <dgm:dir/>
          <dgm:resizeHandles val="exact"/>
        </dgm:presLayoutVars>
      </dgm:prSet>
      <dgm:spPr/>
    </dgm:pt>
    <dgm:pt modelId="{ADDA6AA8-F8AF-4C75-8CE3-5FD6CC2399B8}" type="pres">
      <dgm:prSet presAssocID="{A6D8C912-67EB-4E6F-8276-9B28AC3318AD}" presName="compNode" presStyleCnt="0"/>
      <dgm:spPr/>
    </dgm:pt>
    <dgm:pt modelId="{08BCB331-E247-40D7-A5B0-3B91CA55B16D}" type="pres">
      <dgm:prSet presAssocID="{A6D8C912-67EB-4E6F-8276-9B28AC3318AD}" presName="bgRect" presStyleLbl="bgShp" presStyleIdx="0" presStyleCnt="3"/>
      <dgm:spPr/>
    </dgm:pt>
    <dgm:pt modelId="{F6315A8B-528E-4EC2-82F3-8FC952C4F9B6}" type="pres">
      <dgm:prSet presAssocID="{A6D8C912-67EB-4E6F-8276-9B28AC3318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AE44619E-7CE6-4BC9-8983-59C93BB01592}" type="pres">
      <dgm:prSet presAssocID="{A6D8C912-67EB-4E6F-8276-9B28AC3318AD}" presName="spaceRect" presStyleCnt="0"/>
      <dgm:spPr/>
    </dgm:pt>
    <dgm:pt modelId="{B2403A59-BA11-4BB6-8C72-AE2BA2476709}" type="pres">
      <dgm:prSet presAssocID="{A6D8C912-67EB-4E6F-8276-9B28AC3318AD}" presName="parTx" presStyleLbl="revTx" presStyleIdx="0" presStyleCnt="3">
        <dgm:presLayoutVars>
          <dgm:chMax val="0"/>
          <dgm:chPref val="0"/>
        </dgm:presLayoutVars>
      </dgm:prSet>
      <dgm:spPr/>
    </dgm:pt>
    <dgm:pt modelId="{412EAAD1-1FC5-4910-98DD-BDD084086D8E}" type="pres">
      <dgm:prSet presAssocID="{FDB86D33-6881-46DD-A72E-65DE5D2D5FA8}" presName="sibTrans" presStyleCnt="0"/>
      <dgm:spPr/>
    </dgm:pt>
    <dgm:pt modelId="{C2564333-5126-4BCE-84A8-4FA1344E7870}" type="pres">
      <dgm:prSet presAssocID="{2AF9E496-50AB-4DB3-8A26-B0FC63AE1CD7}" presName="compNode" presStyleCnt="0"/>
      <dgm:spPr/>
    </dgm:pt>
    <dgm:pt modelId="{8E86C6FF-7A22-4ED3-8A12-4206EA802623}" type="pres">
      <dgm:prSet presAssocID="{2AF9E496-50AB-4DB3-8A26-B0FC63AE1CD7}" presName="bgRect" presStyleLbl="bgShp" presStyleIdx="1" presStyleCnt="3"/>
      <dgm:spPr/>
    </dgm:pt>
    <dgm:pt modelId="{95DB2F58-58A3-42D8-A122-9ABB0490F226}" type="pres">
      <dgm:prSet presAssocID="{2AF9E496-50AB-4DB3-8A26-B0FC63AE1C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96D2C854-475C-4FC9-9D94-66CD4F97040C}" type="pres">
      <dgm:prSet presAssocID="{2AF9E496-50AB-4DB3-8A26-B0FC63AE1CD7}" presName="spaceRect" presStyleCnt="0"/>
      <dgm:spPr/>
    </dgm:pt>
    <dgm:pt modelId="{78E8439B-5626-4EE9-9630-547C0CC0BF2A}" type="pres">
      <dgm:prSet presAssocID="{2AF9E496-50AB-4DB3-8A26-B0FC63AE1CD7}" presName="parTx" presStyleLbl="revTx" presStyleIdx="1" presStyleCnt="3">
        <dgm:presLayoutVars>
          <dgm:chMax val="0"/>
          <dgm:chPref val="0"/>
        </dgm:presLayoutVars>
      </dgm:prSet>
      <dgm:spPr/>
    </dgm:pt>
    <dgm:pt modelId="{D38253F1-6381-4645-B3B2-1E38898AB5CC}" type="pres">
      <dgm:prSet presAssocID="{F355700F-7883-4DD9-AEB0-CC1ECCBCD736}" presName="sibTrans" presStyleCnt="0"/>
      <dgm:spPr/>
    </dgm:pt>
    <dgm:pt modelId="{244171B0-AFA4-4232-81F6-D1C3BD3EE9F7}" type="pres">
      <dgm:prSet presAssocID="{039B20D8-81B0-41D6-9D2A-E52977B77A5C}" presName="compNode" presStyleCnt="0"/>
      <dgm:spPr/>
    </dgm:pt>
    <dgm:pt modelId="{D10D4257-ECF0-4ED6-924A-45BC69729700}" type="pres">
      <dgm:prSet presAssocID="{039B20D8-81B0-41D6-9D2A-E52977B77A5C}" presName="bgRect" presStyleLbl="bgShp" presStyleIdx="2" presStyleCnt="3"/>
      <dgm:spPr/>
    </dgm:pt>
    <dgm:pt modelId="{6274D2B2-589F-474B-96CD-664265D11091}" type="pres">
      <dgm:prSet presAssocID="{039B20D8-81B0-41D6-9D2A-E52977B77A5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"/>
        </a:ext>
      </dgm:extLst>
    </dgm:pt>
    <dgm:pt modelId="{56C3BF36-7144-47A5-AF1B-F4CB11B96C87}" type="pres">
      <dgm:prSet presAssocID="{039B20D8-81B0-41D6-9D2A-E52977B77A5C}" presName="spaceRect" presStyleCnt="0"/>
      <dgm:spPr/>
    </dgm:pt>
    <dgm:pt modelId="{9019D834-AE75-4074-A5A0-BCEFC5C7F60A}" type="pres">
      <dgm:prSet presAssocID="{039B20D8-81B0-41D6-9D2A-E52977B77A5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51B508-69E2-4DB1-9D3B-E97A9674B48D}" srcId="{72BAD2B4-B58C-4C8F-AA74-3FD339FB0759}" destId="{2AF9E496-50AB-4DB3-8A26-B0FC63AE1CD7}" srcOrd="1" destOrd="0" parTransId="{14267F26-42BE-41F6-B37A-1B0A00FBBE9C}" sibTransId="{F355700F-7883-4DD9-AEB0-CC1ECCBCD736}"/>
    <dgm:cxn modelId="{1E62E022-242B-437A-927D-4259B4ED6536}" type="presOf" srcId="{A6D8C912-67EB-4E6F-8276-9B28AC3318AD}" destId="{B2403A59-BA11-4BB6-8C72-AE2BA2476709}" srcOrd="0" destOrd="0" presId="urn:microsoft.com/office/officeart/2018/2/layout/IconVerticalSolidList"/>
    <dgm:cxn modelId="{2728783C-8930-49CC-9CBD-91C6D65B9C7C}" srcId="{72BAD2B4-B58C-4C8F-AA74-3FD339FB0759}" destId="{A6D8C912-67EB-4E6F-8276-9B28AC3318AD}" srcOrd="0" destOrd="0" parTransId="{4D53B923-D8C9-46C5-95AC-F33694C73D9A}" sibTransId="{FDB86D33-6881-46DD-A72E-65DE5D2D5FA8}"/>
    <dgm:cxn modelId="{7A98453D-45EA-4930-8694-A2CD3A81BA26}" type="presOf" srcId="{72BAD2B4-B58C-4C8F-AA74-3FD339FB0759}" destId="{46BF6D80-584B-4CF7-A1EC-948430C86236}" srcOrd="0" destOrd="0" presId="urn:microsoft.com/office/officeart/2018/2/layout/IconVerticalSolidList"/>
    <dgm:cxn modelId="{BFC77148-50C5-43B6-B2F5-C62B542D3BBD}" type="presOf" srcId="{2AF9E496-50AB-4DB3-8A26-B0FC63AE1CD7}" destId="{78E8439B-5626-4EE9-9630-547C0CC0BF2A}" srcOrd="0" destOrd="0" presId="urn:microsoft.com/office/officeart/2018/2/layout/IconVerticalSolidList"/>
    <dgm:cxn modelId="{A1EB63BA-B15B-4E76-92B6-11ABB2BD8BE5}" type="presOf" srcId="{039B20D8-81B0-41D6-9D2A-E52977B77A5C}" destId="{9019D834-AE75-4074-A5A0-BCEFC5C7F60A}" srcOrd="0" destOrd="0" presId="urn:microsoft.com/office/officeart/2018/2/layout/IconVerticalSolidList"/>
    <dgm:cxn modelId="{D81401E5-13E6-4B4C-8E89-92DEDC62284A}" srcId="{72BAD2B4-B58C-4C8F-AA74-3FD339FB0759}" destId="{039B20D8-81B0-41D6-9D2A-E52977B77A5C}" srcOrd="2" destOrd="0" parTransId="{2D3B6C8C-0A2E-4E93-911E-381D849A4BF8}" sibTransId="{5EE4C25A-2CD0-48DC-8A4D-7EF36287BDE9}"/>
    <dgm:cxn modelId="{9C6544F8-A9EF-469D-82BC-FB5DBCADC29D}" type="presParOf" srcId="{46BF6D80-584B-4CF7-A1EC-948430C86236}" destId="{ADDA6AA8-F8AF-4C75-8CE3-5FD6CC2399B8}" srcOrd="0" destOrd="0" presId="urn:microsoft.com/office/officeart/2018/2/layout/IconVerticalSolidList"/>
    <dgm:cxn modelId="{EF7CA649-F408-4FCD-A025-0605900C9880}" type="presParOf" srcId="{ADDA6AA8-F8AF-4C75-8CE3-5FD6CC2399B8}" destId="{08BCB331-E247-40D7-A5B0-3B91CA55B16D}" srcOrd="0" destOrd="0" presId="urn:microsoft.com/office/officeart/2018/2/layout/IconVerticalSolidList"/>
    <dgm:cxn modelId="{E0A44F97-A43B-4E53-A621-F529EEDC8063}" type="presParOf" srcId="{ADDA6AA8-F8AF-4C75-8CE3-5FD6CC2399B8}" destId="{F6315A8B-528E-4EC2-82F3-8FC952C4F9B6}" srcOrd="1" destOrd="0" presId="urn:microsoft.com/office/officeart/2018/2/layout/IconVerticalSolidList"/>
    <dgm:cxn modelId="{655C2C5A-45E7-4CD7-9075-FE48A4F3A06E}" type="presParOf" srcId="{ADDA6AA8-F8AF-4C75-8CE3-5FD6CC2399B8}" destId="{AE44619E-7CE6-4BC9-8983-59C93BB01592}" srcOrd="2" destOrd="0" presId="urn:microsoft.com/office/officeart/2018/2/layout/IconVerticalSolidList"/>
    <dgm:cxn modelId="{64830822-2C44-4961-A518-8960CF13A254}" type="presParOf" srcId="{ADDA6AA8-F8AF-4C75-8CE3-5FD6CC2399B8}" destId="{B2403A59-BA11-4BB6-8C72-AE2BA2476709}" srcOrd="3" destOrd="0" presId="urn:microsoft.com/office/officeart/2018/2/layout/IconVerticalSolidList"/>
    <dgm:cxn modelId="{11C4ECD7-A6EC-4E2B-9A90-6CCB2F00913D}" type="presParOf" srcId="{46BF6D80-584B-4CF7-A1EC-948430C86236}" destId="{412EAAD1-1FC5-4910-98DD-BDD084086D8E}" srcOrd="1" destOrd="0" presId="urn:microsoft.com/office/officeart/2018/2/layout/IconVerticalSolidList"/>
    <dgm:cxn modelId="{7EE9A71A-63E1-40AF-8245-FC2B433070C1}" type="presParOf" srcId="{46BF6D80-584B-4CF7-A1EC-948430C86236}" destId="{C2564333-5126-4BCE-84A8-4FA1344E7870}" srcOrd="2" destOrd="0" presId="urn:microsoft.com/office/officeart/2018/2/layout/IconVerticalSolidList"/>
    <dgm:cxn modelId="{D817C03F-8700-4088-9064-4289024AEEBC}" type="presParOf" srcId="{C2564333-5126-4BCE-84A8-4FA1344E7870}" destId="{8E86C6FF-7A22-4ED3-8A12-4206EA802623}" srcOrd="0" destOrd="0" presId="urn:microsoft.com/office/officeart/2018/2/layout/IconVerticalSolidList"/>
    <dgm:cxn modelId="{AE336B4F-A852-4EE7-BBD8-E6EF25125375}" type="presParOf" srcId="{C2564333-5126-4BCE-84A8-4FA1344E7870}" destId="{95DB2F58-58A3-42D8-A122-9ABB0490F226}" srcOrd="1" destOrd="0" presId="urn:microsoft.com/office/officeart/2018/2/layout/IconVerticalSolidList"/>
    <dgm:cxn modelId="{B8B5EFBE-C3C8-4E82-AC23-10CD37187136}" type="presParOf" srcId="{C2564333-5126-4BCE-84A8-4FA1344E7870}" destId="{96D2C854-475C-4FC9-9D94-66CD4F97040C}" srcOrd="2" destOrd="0" presId="urn:microsoft.com/office/officeart/2018/2/layout/IconVerticalSolidList"/>
    <dgm:cxn modelId="{3B598AF8-E106-4B38-9CA0-5433D1F6C50E}" type="presParOf" srcId="{C2564333-5126-4BCE-84A8-4FA1344E7870}" destId="{78E8439B-5626-4EE9-9630-547C0CC0BF2A}" srcOrd="3" destOrd="0" presId="urn:microsoft.com/office/officeart/2018/2/layout/IconVerticalSolidList"/>
    <dgm:cxn modelId="{446EAE81-0E67-4156-AF81-1B43D6E6A31E}" type="presParOf" srcId="{46BF6D80-584B-4CF7-A1EC-948430C86236}" destId="{D38253F1-6381-4645-B3B2-1E38898AB5CC}" srcOrd="3" destOrd="0" presId="urn:microsoft.com/office/officeart/2018/2/layout/IconVerticalSolidList"/>
    <dgm:cxn modelId="{7AED3679-7FEF-4891-A06F-7B2BA03E4CEC}" type="presParOf" srcId="{46BF6D80-584B-4CF7-A1EC-948430C86236}" destId="{244171B0-AFA4-4232-81F6-D1C3BD3EE9F7}" srcOrd="4" destOrd="0" presId="urn:microsoft.com/office/officeart/2018/2/layout/IconVerticalSolidList"/>
    <dgm:cxn modelId="{E130A6E5-DA7F-4157-B512-4509FC353578}" type="presParOf" srcId="{244171B0-AFA4-4232-81F6-D1C3BD3EE9F7}" destId="{D10D4257-ECF0-4ED6-924A-45BC69729700}" srcOrd="0" destOrd="0" presId="urn:microsoft.com/office/officeart/2018/2/layout/IconVerticalSolidList"/>
    <dgm:cxn modelId="{1E2EBC6F-5349-4AEB-9058-07DBF369C5F1}" type="presParOf" srcId="{244171B0-AFA4-4232-81F6-D1C3BD3EE9F7}" destId="{6274D2B2-589F-474B-96CD-664265D11091}" srcOrd="1" destOrd="0" presId="urn:microsoft.com/office/officeart/2018/2/layout/IconVerticalSolidList"/>
    <dgm:cxn modelId="{7A34C66B-897E-4DCD-A5E3-3DD71ABF38B3}" type="presParOf" srcId="{244171B0-AFA4-4232-81F6-D1C3BD3EE9F7}" destId="{56C3BF36-7144-47A5-AF1B-F4CB11B96C87}" srcOrd="2" destOrd="0" presId="urn:microsoft.com/office/officeart/2018/2/layout/IconVerticalSolidList"/>
    <dgm:cxn modelId="{16406B23-9FEA-4662-87A2-B2466FE42E2E}" type="presParOf" srcId="{244171B0-AFA4-4232-81F6-D1C3BD3EE9F7}" destId="{9019D834-AE75-4074-A5A0-BCEFC5C7F6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F69DF-8C79-4A14-BA4B-9E9A47099CEE}">
      <dsp:nvSpPr>
        <dsp:cNvPr id="0" name=""/>
        <dsp:cNvSpPr/>
      </dsp:nvSpPr>
      <dsp:spPr>
        <a:xfrm>
          <a:off x="0" y="221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Introduction</a:t>
          </a:r>
          <a:endParaRPr lang="en-US" sz="2000" kern="1200" dirty="0"/>
        </a:p>
      </dsp:txBody>
      <dsp:txXfrm>
        <a:off x="31070" y="53205"/>
        <a:ext cx="5229188" cy="574340"/>
      </dsp:txXfrm>
    </dsp:sp>
    <dsp:sp modelId="{F3F9CEDA-5533-47CA-8A61-8119413F1ECD}">
      <dsp:nvSpPr>
        <dsp:cNvPr id="0" name=""/>
        <dsp:cNvSpPr/>
      </dsp:nvSpPr>
      <dsp:spPr>
        <a:xfrm>
          <a:off x="0" y="7565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Fonctionnement des machines virtuelles</a:t>
          </a:r>
          <a:endParaRPr lang="en-US" sz="2000" kern="1200" dirty="0"/>
        </a:p>
      </dsp:txBody>
      <dsp:txXfrm>
        <a:off x="31070" y="787605"/>
        <a:ext cx="5229188" cy="574340"/>
      </dsp:txXfrm>
    </dsp:sp>
    <dsp:sp modelId="{2DD0BAB5-C7C7-41BD-8972-3EC84B3C9ACC}">
      <dsp:nvSpPr>
        <dsp:cNvPr id="0" name=""/>
        <dsp:cNvSpPr/>
      </dsp:nvSpPr>
      <dsp:spPr>
        <a:xfrm>
          <a:off x="0" y="14909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Avantages des VM</a:t>
          </a:r>
          <a:endParaRPr lang="en-US" sz="2000" kern="1200"/>
        </a:p>
      </dsp:txBody>
      <dsp:txXfrm>
        <a:off x="31070" y="1522005"/>
        <a:ext cx="5229188" cy="574340"/>
      </dsp:txXfrm>
    </dsp:sp>
    <dsp:sp modelId="{DE964E3A-32ED-43CF-9097-7C2AFA12DF04}">
      <dsp:nvSpPr>
        <dsp:cNvPr id="0" name=""/>
        <dsp:cNvSpPr/>
      </dsp:nvSpPr>
      <dsp:spPr>
        <a:xfrm>
          <a:off x="0" y="22253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Cas d’usages des VM</a:t>
          </a:r>
          <a:endParaRPr lang="en-US" sz="2000" kern="1200"/>
        </a:p>
      </dsp:txBody>
      <dsp:txXfrm>
        <a:off x="31070" y="2256405"/>
        <a:ext cx="5229188" cy="574340"/>
      </dsp:txXfrm>
    </dsp:sp>
    <dsp:sp modelId="{9CBFB1CD-85EE-4AA3-9E71-488AC82525B4}">
      <dsp:nvSpPr>
        <dsp:cNvPr id="0" name=""/>
        <dsp:cNvSpPr/>
      </dsp:nvSpPr>
      <dsp:spPr>
        <a:xfrm>
          <a:off x="0" y="29597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Limites et alternatives</a:t>
          </a:r>
          <a:endParaRPr lang="en-US" sz="2000" kern="1200"/>
        </a:p>
      </dsp:txBody>
      <dsp:txXfrm>
        <a:off x="31070" y="2990805"/>
        <a:ext cx="5229188" cy="574340"/>
      </dsp:txXfrm>
    </dsp:sp>
    <dsp:sp modelId="{3AA86DD4-ECFD-417E-B6E5-8ED55174EC6F}">
      <dsp:nvSpPr>
        <dsp:cNvPr id="0" name=""/>
        <dsp:cNvSpPr/>
      </dsp:nvSpPr>
      <dsp:spPr>
        <a:xfrm>
          <a:off x="0" y="3694135"/>
          <a:ext cx="5291328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Conclusion</a:t>
          </a:r>
          <a:endParaRPr lang="en-US" sz="2000" kern="1200"/>
        </a:p>
      </dsp:txBody>
      <dsp:txXfrm>
        <a:off x="31070" y="3725205"/>
        <a:ext cx="5229188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CB331-E247-40D7-A5B0-3B91CA55B16D}">
      <dsp:nvSpPr>
        <dsp:cNvPr id="0" name=""/>
        <dsp:cNvSpPr/>
      </dsp:nvSpPr>
      <dsp:spPr>
        <a:xfrm>
          <a:off x="0" y="433"/>
          <a:ext cx="4818888" cy="1013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15A8B-528E-4EC2-82F3-8FC952C4F9B6}">
      <dsp:nvSpPr>
        <dsp:cNvPr id="0" name=""/>
        <dsp:cNvSpPr/>
      </dsp:nvSpPr>
      <dsp:spPr>
        <a:xfrm>
          <a:off x="306562" y="228454"/>
          <a:ext cx="557386" cy="5573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03A59-BA11-4BB6-8C72-AE2BA2476709}">
      <dsp:nvSpPr>
        <dsp:cNvPr id="0" name=""/>
        <dsp:cNvSpPr/>
      </dsp:nvSpPr>
      <dsp:spPr>
        <a:xfrm>
          <a:off x="1170511" y="433"/>
          <a:ext cx="3648376" cy="1013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55" tIns="107255" rIns="107255" bIns="1072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Flexibilité et portabilité</a:t>
          </a:r>
          <a:endParaRPr lang="en-US" sz="2500" kern="1200"/>
        </a:p>
      </dsp:txBody>
      <dsp:txXfrm>
        <a:off x="1170511" y="433"/>
        <a:ext cx="3648376" cy="1013430"/>
      </dsp:txXfrm>
    </dsp:sp>
    <dsp:sp modelId="{8E86C6FF-7A22-4ED3-8A12-4206EA802623}">
      <dsp:nvSpPr>
        <dsp:cNvPr id="0" name=""/>
        <dsp:cNvSpPr/>
      </dsp:nvSpPr>
      <dsp:spPr>
        <a:xfrm>
          <a:off x="0" y="1267220"/>
          <a:ext cx="4818888" cy="1013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B2F58-58A3-42D8-A122-9ABB0490F226}">
      <dsp:nvSpPr>
        <dsp:cNvPr id="0" name=""/>
        <dsp:cNvSpPr/>
      </dsp:nvSpPr>
      <dsp:spPr>
        <a:xfrm>
          <a:off x="306562" y="1495242"/>
          <a:ext cx="557386" cy="5573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8439B-5626-4EE9-9630-547C0CC0BF2A}">
      <dsp:nvSpPr>
        <dsp:cNvPr id="0" name=""/>
        <dsp:cNvSpPr/>
      </dsp:nvSpPr>
      <dsp:spPr>
        <a:xfrm>
          <a:off x="1170511" y="1267220"/>
          <a:ext cx="3648376" cy="1013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55" tIns="107255" rIns="107255" bIns="1072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Optimisation des ressources matérielles</a:t>
          </a:r>
          <a:endParaRPr lang="en-US" sz="2500" kern="1200"/>
        </a:p>
      </dsp:txBody>
      <dsp:txXfrm>
        <a:off x="1170511" y="1267220"/>
        <a:ext cx="3648376" cy="1013430"/>
      </dsp:txXfrm>
    </dsp:sp>
    <dsp:sp modelId="{D10D4257-ECF0-4ED6-924A-45BC69729700}">
      <dsp:nvSpPr>
        <dsp:cNvPr id="0" name=""/>
        <dsp:cNvSpPr/>
      </dsp:nvSpPr>
      <dsp:spPr>
        <a:xfrm>
          <a:off x="0" y="2534008"/>
          <a:ext cx="4818888" cy="10134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4D2B2-589F-474B-96CD-664265D11091}">
      <dsp:nvSpPr>
        <dsp:cNvPr id="0" name=""/>
        <dsp:cNvSpPr/>
      </dsp:nvSpPr>
      <dsp:spPr>
        <a:xfrm>
          <a:off x="306562" y="2762030"/>
          <a:ext cx="557386" cy="5573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9D834-AE75-4074-A5A0-BCEFC5C7F60A}">
      <dsp:nvSpPr>
        <dsp:cNvPr id="0" name=""/>
        <dsp:cNvSpPr/>
      </dsp:nvSpPr>
      <dsp:spPr>
        <a:xfrm>
          <a:off x="1170511" y="2534008"/>
          <a:ext cx="3648376" cy="1013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55" tIns="107255" rIns="107255" bIns="1072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Sécurité et isolation des environnements</a:t>
          </a:r>
          <a:endParaRPr lang="en-US" sz="2500" kern="1200"/>
        </a:p>
      </dsp:txBody>
      <dsp:txXfrm>
        <a:off x="1170511" y="2534008"/>
        <a:ext cx="3648376" cy="1013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15:11:54.7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2424 1810 24575,'0'928'0,"28"-1411"0,1-7 0,-29 472 0,1 6 0,-1 1 0,0 0 0,-1 0 0,0-1 0,-1 1 0,0 0 0,-5-14 0,7 25 0,0 0 0,0 1 0,0-1 0,-1 0 0,1 0 0,0 1 0,0-1 0,0 0 0,0 0 0,0 0 0,-1 1 0,1-1 0,0 0 0,0 0 0,0 0 0,-1 0 0,1 1 0,0-1 0,0 0 0,-1 0 0,1 0 0,0 0 0,0 0 0,-1 0 0,1 0 0,0 0 0,0 0 0,-1 0 0,1 0 0,0 0 0,0 0 0,-1 0 0,1 0 0,0 0 0,0 0 0,-1 0 0,1 0 0,0 0 0,0 0 0,-1 0 0,1 0 0,0-1 0,0 1 0,-1 0 0,1 0 0,0 0 0,0 0 0,0-1 0,0 1 0,-1 0 0,1 0 0,0 0 0,0-1 0,0 1 0,0 0 0,0 0 0,-1-1 0,1 1 0,0 0 0,0 0 0,0-1 0,0 1 0,0 0 0,0 0 0,0-1 0,0 1 0,0 0 0,0 0 0,0-1 0,-7 24 0,6-22 0,-8 47 0,3 1 0,1 0 0,2 58 0,2-64 0,0-5 0,-32 560 0,10-384 0,23-402 0,1-206 0,-1 391 0,0-5 0,0 0 0,-1 0 0,1 0 0,-5-16 0,5 24 0,0 0 0,0 0 0,0 0 0,0-1 0,0 1 0,0 0 0,0 0 0,0 0 0,0 0 0,0 0 0,0-1 0,0 1 0,0 0 0,0 0 0,0 0 0,0 0 0,0 0 0,0 0 0,0 0 0,0-1 0,0 1 0,-1 0 0,1 0 0,0 0 0,0 0 0,0 0 0,0 0 0,0 0 0,0 0 0,0 0 0,-1 0 0,1 0 0,0 0 0,0 0 0,0 0 0,0-1 0,0 1 0,0 0 0,-1 0 0,1 0 0,0 0 0,0 0 0,0 1 0,0-1 0,0 0 0,-1 0 0,1 0 0,0 0 0,0 0 0,0 0 0,0 0 0,0 0 0,0 0 0,0 0 0,-1 0 0,1 0 0,0 0 0,0 0 0,0 1 0,0-1 0,0 0 0,0 0 0,0 0 0,0 0 0,0 0 0,0 0 0,-1 1 0,-5 14 0,-4 24 0,-68 475 0,75-496 0,0-1 0,3-17 0,0 0 0,0 0 0,0 0 0,0 0 0,0 0 0,0 0 0,0 0 0,0 0 0,0 0 0,0 0 0,0 0 0,0 0 0,0 0 0,0 0 0,0 0 0,0 0 0,-1 0 0,1 0 0,0 0 0,0 0 0,0 0 0,0 0 0,0 0 0,0 0 0,0 0 0,0 0 0,0 0 0,0 0 0,0 0 0,0 0 0,0 0 0,0 0 0,0 0 0,0 0 0,0 1 0,0-1 0,0 0 0,0 0 0,0 0 0,-1 0 0,0-31 0,20-569 0,-11 422 0,-6 159 0,-1 13 0,-1 0 0,1 1 0,-1-1 0,0 0 0,0 0 0,-1 0 0,0 0 0,0 1 0,-2-7 0,-1 11 0,-2 9 0,-9 25 0,1 0 0,-16 65 0,14-42 0,-142 506 0,138-496 0,18-62 0,1-6 0,2-13 0,5-26 0,48-213 0,36-160 0,-81 377 0,1-2 0,9-70 0,-19 108 0,0 0 0,0 0 0,0 1 0,0-1 0,1 0 0,-1 0 0,0 0 0,0 0 0,0 0 0,-1 1 0,1-1 0,0 0 0,0 0 0,0 0 0,-1 0 0,1 1 0,0-1 0,-1 0 0,1 0 0,-1-1 0,-1 3 0,1 0 0,0-1 0,0 1 0,0 0 0,1-1 0,-1 1 0,0 0 0,0 0 0,0 0 0,0 0 0,1 0 0,-1 0 0,0 0 0,1 0 0,-1 0 0,1 0 0,-1 0 0,1 1 0,-96 221 0,53-115 0,-33 81 0,-134 304 0,191-459 0,12-29 0,4-14 0,8-28 0,83-291 29,-35 145-222,-21 66 5,134-540-856,-160 626 1044,-2 18 0,-1 0 0,0 0 0,-2-1 0,1 1 0,-2-1 0,0-18 0,0 32 0,0 0 0,0-1 0,0 1 0,0 0 0,0-1 0,0 1 0,0-1 0,0 1 0,0 0 0,0-1 0,0 1 0,-1 0 0,1-1 0,0 1 0,0 0 0,0-1 0,0 1 0,-1 0 0,1-1 0,0 1 0,0 0 0,-1 0 0,1-1 0,0 1 0,0 0 0,-1 0 0,1 0 0,0-1 0,-1 1 0,1 0 0,0 0 0,-1 0 0,1 0 0,0 0 0,-1-1 0,1 1 0,0 0 0,-1 0 0,1 0 0,0 0 0,-1 0 0,1 0 0,-1 0 0,1 0 0,0 1 0,-1-1 0,1 0 0,0 0 0,-1 0 0,1 0 0,0 0 0,-1 0 0,1 1 0,0-1 0,-1 0 0,-6 6 0,1 1 0,0 0 0,0 0 0,0 0 0,1 0 0,0 1 0,0 0 0,1 0 0,0 0 0,-4 13 0,-6 9 0,-446 966 842,428-924-831,22-57-23,7-25 1,7-36 124,80-329 185,1 3-143,-85 351-155,0 21 0,0 0 0,-1-1 0,1 1 0,0 0 0,0 0 0,-1 0 0,1 0 0,0 0 0,0 0 0,-1 0 0,1 1 0,0-1 0,0 0 0,0 0 0,-1 0 0,1 0 0,0 0 0,0 0 0,-1 0 0,1 0 0,0 1 0,0-1 0,0 0 0,-1 0 0,1 0 0,0 0 0,0 1 0,0-1 0,0 0 0,-1 0 0,1 0 0,0 1 0,0-1 0,0 0 0,0 0 0,0 1 0,0-1 0,0 0 0,-23 43 0,-267 614 0,233-487 0,52-160 0,2-10 0,4-23 0,77-336 0,-10 59 0,-63 261 0,-5 40 0,0-1 0,0 0 0,0 0 0,-1 0 0,1 0 0,0 0 0,0 0 0,0 0 0,0 0 0,0 0 0,-1 0 0,1 0 0,0 1 0,0-1 0,0 0 0,0 0 0,-1 0 0,1 0 0,0 0 0,0 0 0,0 0 0,0 0 0,-1-1 0,1 1 0,0 0 0,0 0 0,0 0 0,0 0 0,0 0 0,-1 0 0,1 0 0,0 0 0,0 0 0,0 0 0,0 0 0,0-1 0,0 1 0,-1 0 0,1 0 0,0 0 0,0 0 0,0 0 0,0-1 0,0 1 0,0 0 0,0 0 0,0 0 0,0 0 0,0 0 0,0-1 0,0 1 0,0 0 0,-14 22 0,2 1 0,1 0 0,1 0 0,-10 36 0,4-14 0,-52 164 0,34-101 0,-54 121 0,77-214 0,11-15 0,0 0 0,0 0 0,-1 0 0,1 0 0,0 0 0,0 0 0,0 0 0,-1 0 0,1 0 0,0 0 0,0 0 0,-1 0 0,1 0 0,0-1 0,0 1 0,0 0 0,0 0 0,-1 0 0,1 0 0,0 0 0,0-1 0,0 1 0,0 0 0,0 0 0,-1 0 0,1-1 0,0 1 0,0 0 0,0 0 0,0 0 0,0-1 0,0 1 0,0 0 0,0 0 0,0 0 0,0-1 0,0 1 0,0 0 0,0-1 0,-1-36 0,38-182 0,-19 125 0,7-98 0,-25 191 0,0 0 0,1 1 0,-1-1 0,0 1 0,0-1 0,0 0 0,0 1 0,0-1 0,0 1 0,0-1 0,0 0 0,0 1 0,0-1 0,0 0 0,0 1 0,0-1 0,0 1 0,-1-1 0,1 0 0,0 1 0,0-1 0,-1 1 0,1-1 0,0 1 0,-1-1 0,1 1 0,-1-1 0,0 0 0,-12 18 0,-56 121 0,-57 165 0,106-234 0,16-53 0,0 0 0,-1 0 0,0-1 0,-13 23 0,15-37 0,2-9 0,0-14 0,41-298 0,-3 48 0,-35 258 0,-1 10 0,-1-1 0,1 1 0,-1 0 0,1 0 0,-1 0 0,0-1 0,-1 1 0,1 0 0,-1 0 0,0 0 0,-2-7 0,3 11 0,0 0 0,-1 0 0,1 0 0,0 0 0,-1 0 0,1 0 0,0 0 0,-1 0 0,1 0 0,-1 0 0,1 0 0,0 0 0,-1 0 0,1 0 0,0 0 0,-1 0 0,1 0 0,0 0 0,-1 1 0,1-1 0,0 0 0,-1 0 0,1 0 0,0 1 0,-1-1 0,1 0 0,0 0 0,0 1 0,-1-1 0,1 0 0,0 1 0,0-1 0,0 0 0,0 1 0,-1-1 0,1 0 0,0 1 0,0 0 0,-14 21 0,1 0 0,1 1 0,1 1 0,1 0 0,-7 26 0,-4 7 0,-75 172 0,79-196 0,17-33 0,-1 1 0,1-1 0,0 1 0,-1-1 0,1 0 0,0 1 0,-1-1 0,1 1 0,-1-1 0,1 0 0,0 1 0,-1-1 0,1 0 0,-1 0 0,1 1 0,-1-1 0,1 0 0,-1 0 0,1 0 0,-1 0 0,0 0 0,0 0 0,0 0 0,1 0 0,-1-1 0,0 1 0,1-1 0,-1 0 0,1 1 0,-1-1 0,1 0 0,-1 1 0,1-1 0,-1 0 0,1 1 0,0-1 0,-1 0 0,1 0 0,0 1 0,0-1 0,-1 0 0,1 0 0,0 0 0,0 0 0,-3-17 0,1 0 0,0 0 0,1-1 0,1 1 0,5-32 0,22-97 0,-16 94 0,8-41 0,-1 14 0,10-121 0,-27 198 0,-1 1 0,0 0 0,0-1 0,0 1 0,0 0 0,-1-1 0,1 1 0,-1 0 0,1-1 0,-2-1 0,2 3 0,0 1 0,-1 0 0,1 0 0,0-1 0,0 1 0,0 0 0,-1 0 0,1-1 0,0 1 0,-1 0 0,1 0 0,0 0 0,0-1 0,-1 1 0,1 0 0,0 0 0,-1 0 0,1 0 0,0 0 0,-1 0 0,1 0 0,0-1 0,-1 1 0,1 0 0,-1 0 0,1 0 0,0 1 0,-1-1 0,1 0 0,0 0 0,-1 0 0,1 0 0,0 0 0,-1 0 0,1 0 0,-1 1 0,-2 1 0,0 1 0,-1 0 0,1 0 0,0 0 0,0 0 0,1 1 0,-1-1 0,-3 8 0,-41 78 0,-66 179 0,52-111 0,-123 232 0,183-387 0,-19 29 0,20-30 0,-1-1 0,1 0 0,0 1 0,0-1 0,-1 1 0,1-1 0,0 0 0,0 1 0,-1-1 0,1 0 0,0 1 0,-1-1 0,1 0 0,-1 1 0,1-1 0,0 0 0,-1 0 0,1 0 0,-1 1 0,1-1 0,0 0 0,-1 0 0,1 0 0,-1 0 0,1 0 0,-1 0 0,1 0 0,-1 0 0,1 0 0,-1 0 0,1 0 0,-1 0 0,1 0 0,0 0 0,-1 0 0,1-1 0,-1 1 0,1 0 0,-1 0 0,1 0 0,0-1 0,-1 1 0,1 0 0,-1-1 0,1 1 0,0 0 0,-1-1 0,1 1 0,0 0 0,0-1 0,-1 1 0,1 0 0,0-1 0,0 1 0,0-1 0,-1 1 0,1-1 0,0 1 0,0-1 0,0 1 0,0 0 0,0-1 0,0 1 0,0-1 0,0 0 0,-2-11 0,1-1 0,0 0 0,1 1 0,0-1 0,1 0 0,4-20 0,-4 26 0,86-412 0,-26 152 0,-52 214 0,-9 38 0,-4 12 0,-11 21 0,-7 30 0,2 0 0,2 1 0,-15 66 0,7-21 0,15-59 0,5-13 0,0-1 0,-2 0 0,0 0 0,-19 32 0,27-52 0,-1 1 0,0-1 0,0 0 0,0 1 0,0-1 0,0 0 0,0 0 0,0 0 0,0 0 0,0 0 0,-1 0 0,1 0 0,-2 0 0,3-1 0,0 0 0,-1 0 0,1 0 0,0 0 0,0 0 0,-1 0 0,1 0 0,0 0 0,-1 0 0,1 0 0,0-1 0,-1 1 0,1 0 0,0 0 0,0 0 0,-1 0 0,1-1 0,0 1 0,0 0 0,-1 0 0,1-1 0,0 1 0,0 0 0,0 0 0,0-1 0,-1 1 0,1 0 0,0-1 0,0 1 0,0 0 0,0-1 0,0 1 0,0 0 0,0-1 0,0 1 0,-1-6 0,0 0 0,1 0 0,0 0 0,1 1 0,-1-1 0,2-8 0,23-87 0,40-108 0,-28 96 0,17-49 0,-9 31 0,43-208 0,-86 328 0,0 6 0,-1 0 0,0 0 0,0 1 0,-1-1 0,1 0 0,-1 0 0,0 0 0,-1 0 0,1 0 0,-1 0 0,-1-6 0,1 10 0,1 1 0,0 0 0,0 0 0,-1 0 0,1-1 0,0 1 0,-1 0 0,1 0 0,0 0 0,-1 0 0,1 0 0,0 0 0,0 0 0,-1-1 0,1 1 0,0 0 0,-1 0 0,1 0 0,0 0 0,-1 0 0,1 1 0,0-1 0,-1 0 0,1 0 0,0 0 0,-1 0 0,1 0 0,0 0 0,-1 0 0,1 1 0,0-1 0,0 0 0,-1 0 0,1 0 0,0 1 0,0-1 0,-1 0 0,1 0 0,0 1 0,0-1 0,0 0 0,-1 1 0,1-1 0,0 1 0,-13 15 0,0 0 0,2 2 0,0-1 0,1 1 0,0 1 0,-7 22 0,-1-2 0,-94 229 0,48-109 0,-25 64 0,239-711 0,-129 424 0,95-332 0,-114 384 0,0 6 0,0-1 0,0 0 0,-1 0 0,0 0 0,-1 0 0,0 0 0,0 0 0,0 0 0,-2-9 0,2 15 0,0 1 0,-1-1 0,1 1 0,0-1 0,0 1 0,0-1 0,-1 1 0,1-1 0,0 0 0,0 1 0,-1-1 0,1 1 0,0 0 0,-1-1 0,1 1 0,-1-1 0,1 1 0,0 0 0,-1-1 0,1 1 0,-1 0 0,1-1 0,-1 1 0,1 0 0,-1 0 0,0-1 0,1 1 0,-1 0 0,1 0 0,-1 0 0,1 0 0,-1 0 0,0 0 0,1 0 0,-1 0 0,1 0 0,-1 0 0,-1 0 0,-22 18 0,1 6 0,1 1 0,2 2 0,0 0 0,-22 42 0,-57 129 0,85-168 0,-63 138 0,-97 306 0,153-409 0,19-61 0,2-7 0,3-14 0,10-36 0,200-563-660,-8 25 35,-190 544 625,86-306 0,-96 335 0,-3 12 0,-1 1 0,1-1 0,-1 0 0,0 1 0,0-1 0,-1 0 0,0 0 0,0 0 0,0 0 0,-2-8 0,2 14-1,0-1 1,0 1-1,0 0 0,-1-1 0,1 1 0,0 0 0,0-1 1,0 1-1,-1 0 0,1 0 0,0-1 0,0 1 1,-1 0-1,1-1 0,0 1 0,0 0 0,-1 0 0,1 0 1,0-1-1,-1 1 0,1 0 0,0 0 0,-1 0 1,1 0-1,0 0 0,-1 0 0,1 0 0,-1 0 0,1 0 1,0 0-1,-1 0 0,1 0 0,0 0 0,-1 0 1,1 0-1,0 0 0,-1 0 0,1 0 0,-1 0 0,1 0 1,0 1-1,-1-1 0,1 0 0,0 0 0,0 0 1,-1 1-1,1-1 0,0 0 0,-1 1 0,-15 15 206,-19 31 52,3 1 1,2 1-1,-23 54 1,18-37-167,-62 131-91,91-188 0,6-19 0,8-23 0,129-281 0,-15 42 0,-109 238 0,-12 23 0,-10 17 0,-16 25 0,22-27 0,-31 37 0,-15 20 0,48-58 0,-1 0 0,-1-1 0,1 1 0,0 0 0,-1-1 0,1 0 0,-1 0 0,-3 3 0,6-5 0,-1 0 0,1 0 0,0 0 0,-1 1 0,1-1 0,0 0 0,-1 0 0,1 0 0,0 0 0,-1 0 0,1 0 0,-1 0 0,1 0 0,0 0 0,-1 0 0,1 0 0,0 0 0,-1 0 0,1 0 0,0 0 0,-1 0 0,1 0 0,-1 0 0,1-1 0,0 1 0,-1 0 0,1 0 0,0 0 0,-1-1 0,1 0 0,-1 0 0,0 0 0,1 0 0,0-1 0,-1 1 0,1 0 0,0 0 0,-1 0 0,1-1 0,0 1 0,0 0 0,0 0 0,0-1 0,0-1 0,3-12 0,0-1 0,1 1 0,0-1 0,1 1 0,1 0 0,0 1 0,2 0 0,11-20 0,18-40 0,-33 61 0,-9 13 0,-13 20 0,-18 28 0,-46 82 0,54-82 0,-2-1 0,-45 54 0,73-98 0,0-1 0,0 0 0,0 0 0,0 0 0,-1 0 0,1 0 0,0-1 0,-1 1 0,1-1 0,-1 1 0,0-1 0,-3 1 0,5-2 0,1 0 0,-1 0 0,1 0 0,-1 0 0,1 0 0,-1 0 0,1 0 0,-1 0 0,1 0 0,-1 0 0,1 0 0,-1 0 0,1-1 0,0 1 0,-1 0 0,1 0 0,-1 0 0,1-1 0,0 1 0,-1 0 0,1-1 0,-1 1 0,1 0 0,0-1 0,0 1 0,-1 0 0,1-1 0,-1-1 0,0 0 0,1 0 0,-1 0 0,1 1 0,0-1 0,0 0 0,-1 0 0,1 0 0,0 0 0,0 0 0,1-2 0,2-16 0,1 1 0,0-1 0,2 1 0,0 0 0,11-23 0,52-90 0,-44 88 0,-22 37 0,12-14 0,-14 21 0,0-1 0,-1 1 0,1 0 0,0 0 0,-1 0 0,1 0 0,0 0 0,-1 0 0,1 0 0,0 0 0,-1 1 0,1-1 0,0 0 0,-1 0 0,1 0 0,-1 1 0,1-1 0,0 0 0,-1 1 0,1-1 0,-1 0 0,1 1 0,-1-1 0,1 1 0,-1-1 0,1 1 0,-1-1 0,0 1 0,1-1 0,-1 1 0,0 0 0,1-1 0,-1 2 0,4 2 0,0 0 0,0 0 0,1-1 0,-1 1 0,1-1 0,0 0 0,0 0 0,0-1 0,0 0 0,0 1 0,1-2 0,-1 1 0,1-1 0,-1 1 0,1-2 0,-1 1 0,7 0 0,10 0 0,0-1 0,-1-1 0,23-4 0,88-20 0,-94 16 0,0 1 0,0 2 0,0 2 0,1 1 0,46 3 0,-77 2 0,0 0 0,0 0 0,0 1 0,0 0 0,0 1 0,-1 0 0,1 0 0,-1 0 0,0 1 0,-1 0 0,1 1 0,-1-1 0,0 1 0,6 8 0,-5-7 0,0 0 0,0 0 0,0-1 0,0 0 0,1 0 0,0-1 0,1 1 0,-1-2 0,1 0 0,17 7 0,10-6 0,-1-1 0,1-2 0,0-1 0,43-5 0,2 0 0,643 3 0,-410 1 0,-310 0 0,0 0 0,0 0 0,0 0 0,0 1 0,0-1 0,0 1 0,0 0 0,0 0 0,0 1 0,0-1 0,0 1 0,5 3 0,-6-3 0,-1 1 0,0-1 0,0 0 0,0 1 0,0 0 0,0-1 0,-1 1 0,1 0 0,-1 0 0,1 0 0,-1 0 0,0 0 0,0 0 0,-1 1 0,1-1 0,0 6 0,0 7 0,-1 1 0,0-1 0,-1 0 0,0 1 0,-1-1 0,-7 23 0,-36 100 0,12-42 0,17-35 0,8-27 0,-14 35 0,18-60 0,0 1 0,-1-1 0,0-1 0,-1 1 0,0-1 0,-1 0 0,-12 14 0,19-22 0,-1 0 0,0 0 0,0 0 0,-1 1 0,1-1 0,0 0 0,0 0 0,0-1 0,-1 1 0,1 0 0,0 0 0,-1-1 0,1 1 0,-1 0 0,1-1 0,-1 0 0,1 1 0,-1-1 0,1 0 0,-1 0 0,1 1 0,-1-1 0,0-1 0,1 1 0,-1 0 0,1 0 0,-1 0 0,1-1 0,-1 1 0,1-1 0,-1 1 0,1-1 0,0 0 0,-1 0 0,1 1 0,0-1 0,-1 0 0,1 0 0,0 0 0,0 0 0,0-1 0,0 1 0,0 0 0,0 0 0,0-1 0,-1-1 0,-4-8 0,0-1 0,1 1 0,0-1 0,-6-19 0,-4-25 0,3 0 0,2-1 0,-5-96 0,14-182 0,3 210 0,-1-34 0,-1 1387 0,0-1221 0,0-1 0,1 1 0,0 0 0,0 0 0,5 12 0,-6-18 0,0 0 0,1 0 0,-1-1 0,0 1 0,1 0 0,-1 0 0,1 0 0,-1 0 0,1 0 0,-1-1 0,1 1 0,-1 0 0,1 0 0,0-1 0,0 1 0,-1-1 0,1 1 0,0 0 0,0-1 0,0 0 0,-1 1 0,1-1 0,0 1 0,0-1 0,0 0 0,0 0 0,0 1 0,0-1 0,0 0 0,0 0 0,0 0 0,0 0 0,0 0 0,0 0 0,0 0 0,0-1 0,0 1 0,-1 0 0,1-1 0,0 1 0,0 0 0,0-1 0,0 1 0,0-1 0,-1 1 0,1-1 0,0 1 0,0-1 0,-1 0 0,1 1 0,0-1 0,-1 0 0,2-1 0,5-6 0,-1 0 0,0-1 0,0 1 0,-1-1 0,0 0 0,0-1 0,-1 1 0,4-14 0,4-7 0,47-119 0,-52 128 0,-1-2 0,-2 1 0,0 0 0,-1-1 0,0-23 0,-5-7 0,0 37 0,1 0 0,1-1 0,1 1 0,4-23 0,0 30 0,-1 19 0,1 24 0,-6 48 0,-4 1 0,-28 142 0,2-27 0,30-182 0,1-10 0,-1 1 0,0-1 0,0 0 0,0 0 0,-1 0 0,-3 10 0,5-16 0,0-1 0,0 1 0,0 0 0,0 0 0,0 0 0,0 0 0,0-1 0,0 1 0,0 0 0,0 0 0,0 0 0,0 0 0,0 0 0,-1-1 0,1 1 0,0 0 0,0 0 0,0 0 0,0 0 0,0 0 0,0 0 0,0-1 0,-1 1 0,1 0 0,0 0 0,0 0 0,0 0 0,0 0 0,0 0 0,-1 0 0,1 0 0,0 0 0,0 0 0,0 0 0,0 0 0,0 0 0,-1 0 0,1 0 0,0 0 0,0 0 0,0 0 0,0 0 0,-1 0 0,1 0 0,0 0 0,0 0 0,0 0 0,0 0 0,0 0 0,-1 0 0,1 0 0,0 0 0,0 1 0,0-1 0,0 0 0,0 0 0,0 0 0,-1 0 0,1 0 0,0 0 0,0 1 0,0-1 0,0 0 0,0 0 0,0 0 0,0 0 0,0 0 0,0 1 0,-3-11 0,1-1 0,0 1 0,0-1 0,1 1 0,1-17 0,-1 3 0,-4-579 0,5 581 0,0 773 0,-2-720 0,-1-31 0,0-7 0,-10-59 0,-51-873 0,64 928 0,0 0 0,-1 0 0,0 0 0,-1 0 0,-5-21 0,6 31 0,0-1 0,0 0 0,1 0 0,-1 0 0,0 1 0,0-1 0,-1 0 0,1 1 0,0-1 0,0 1 0,-1 0 0,1-1 0,-1 1 0,1 0 0,-1 0 0,0 0 0,1 0 0,-1 0 0,0 0 0,0 0 0,0 0 0,0 1 0,1-1 0,-1 1 0,0 0 0,0-1 0,0 1 0,0 0 0,0 0 0,0 0 0,0 1 0,0-1 0,0 0 0,0 1 0,0-1 0,0 1 0,0-1 0,1 1 0,-1 0 0,0 0 0,-2 1 0,-7 4 0,0 1 0,0 0 0,0 0 0,1 1 0,0 0 0,0 1 0,1 0 0,0 1 0,1 0 0,0 0 0,-12 22 0,-4 10 0,-32 79 0,45-91 0,2 1 0,0 0 0,3 0 0,-6 56 0,14-102 0,0 0 0,2 0 0,-1 1 0,2-1 0,0 1 0,1 0 0,0 0 0,11-15 0,3-3 0,2 0 0,28-30 0,-32 39 0,-12 15 0,0 0 0,1 1 0,0-1 0,14-10 0,3 1 0,-7 5 0,0 0 0,-1 0 0,0-2 0,-1 0 0,16-19 0,-31 32 0,1 0 0,-1 1 0,1-1 0,-1 1 0,1-1 0,-1 0 0,0 1 0,1-1 0,-1 0 0,0 0 0,0 1 0,1-1 0,-1 0 0,0 0 0,0 1 0,0-1 0,0 0 0,0 0 0,0 1 0,0-1 0,0 0 0,0 0 0,0 1 0,0-1 0,-1 0 0,1 0 0,0 1 0,0-1 0,-1 0 0,1 1 0,-1-1 0,1 0 0,0 1 0,-1-1 0,1 0 0,-1 1 0,0-1 0,1 1 0,-1-1 0,1 1 0,-1-1 0,0 1 0,1 0 0,-1-1 0,0 1 0,0 0 0,1 0 0,-1-1 0,-1 1 0,-42-8 0,41 8 0,-110-6 0,63 5 0,-67-10 0,-14-18 0,89 18 0,0 1 0,0 3 0,-55-3 0,-74 12 0,245-18 0,192 6 0,-71 7 0,-99-8 0,0-4 0,121-35 0,-176 40 0,309-64 0,-247 53 0,-76 14 0,52-20 0,-53 17 0,38-10 0,-113 29 0,-1-2 0,-61 1 0,-111-8 0,114-1 0,-995 0 0,1073 3 0,1 1 0,-37 8 0,12-1 0,-66 17 0,86-17 0,0-2 0,-1-2 0,-38 3 0,-11-6 0,-84-8 0,165 5-28,1 0 1,-1-1-1,1 1 0,0-1 0,-1 1 0,1-1 0,0 0 0,-1 0 0,1 0 1,0 0-1,0-1 0,0 1 0,0 0 0,0-1 0,0 0 0,0 1 1,0-1-1,1 0 0,-1 0 0,1 0 0,-1 0 0,1 0 0,0 0 1,0 0-1,0-1 0,0 1 0,0 0 0,0-1 0,1 1 0,-1 0 1,1-1-1,0 1 0,-1-1 0,1 1 0,0-1 0,0 1 0,1-1 0,-1 1 1,1 0-1,-1-1 0,1 1 0,0-1 0,-1 1 0,1 0 0,0 0 1,1-1-1,-1 1 0,2-2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81700-6421-5A03-B385-1CBDFACC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B08550-8D25-AFDA-45A5-2CDCE76EE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2779E-CC80-2156-BF3F-8D640751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3D1767-F676-029A-0655-FAF0B3CB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B4A244-68E4-3024-9097-9D5CC527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03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B19AE-3B78-ECB0-F4CE-F1405946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B5C6EA-7111-95A3-82FC-9293A600C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F9E421-4D31-A2C2-1201-F33066F6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823AF-7960-487C-A87F-E747A8B7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292B28-57CD-6698-A22A-579B54D2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4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E7F74-EC66-CCBC-5662-E3F063CC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08A8ED-828A-C220-8882-CCE30E8C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B6CDEA-46CF-7CE8-0854-2C2197FE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88CE46-4643-67B3-9D6D-AA716AA1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4A105F-267D-E5C4-89F7-AC846DB4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6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61B30-5B0D-0A3B-734D-A2CE7425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4333B-F17F-452C-234B-64437BBFD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BCF4A2-22EC-31BA-37FE-238FD1149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87F06D-A48B-8121-6CBB-51B46263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CD763C-F1EE-6457-75BE-B133D171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60BFA3-E7F8-6A18-681D-A410B258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52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01608-5A50-332C-B42B-3DAF4D94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0BDA14-7181-5CE7-F179-9EF4B5AE2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3C2390-BAED-E1DF-E27F-2CC00D50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8FE966-AE6A-1792-0169-0C858F5D7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237F082-F28C-7FEE-B713-2767FF98C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23CB6BA-F241-E9C5-4120-B682E1D0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FB05BA-9967-0BFD-D8E0-B884848A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98366A-7551-283A-CC5C-43C4AA7B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6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089E9-3120-9DA3-5FDF-C09C4574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3F72BE8-BDD6-4AB9-577C-7C5EA54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E4DD7B-8A8E-B2A3-4954-4140FBCB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E4B110-1C91-A457-37E5-4C732234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5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321160-9F73-F015-2DEB-3E689578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427D2F-F037-5C1E-CBD4-1E5B118C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3F683E-D2EF-40D1-2FB2-03A12936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66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3EF66-B751-9269-4798-0ACECABF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25A03-5371-D7F4-EF4A-9E1213FE4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D0C827-FCA5-4F87-BC98-B7C2CBCC2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31E638-A255-FC27-897F-F028379F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035EAF-67EF-D9F5-CC7B-BA36ED49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31B6F9-B36D-83C4-B52D-2C14D4F2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7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665D8-AAB8-F77B-90F8-B113937F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5EB6F5-7449-59B4-15BE-3F5BA87C8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6D6984-C75B-7B2B-8865-614F6B482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FC86A9-80D8-F20A-D5A6-A3E00D5F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BBFB76-0338-D026-058E-B43CFE75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4B390B-EB35-FB9A-D879-4DACD5AF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3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D88E79-8EF6-0211-B87B-69E9ED44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D01043-2983-FCDD-50DD-1EC51CDA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D2A70C-1D92-DA13-4AB4-6C5E9659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5F7693-91AF-0F80-175F-2EC3D4BF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CEDF61-56B3-0DC9-7E74-0860FB59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45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AA380C-B4A8-2C76-FBC9-1417F46D0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B538C95-62B5-76B6-E391-C86C7A020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1B9DFD-A746-C14F-7D51-4FEEE040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275F1-5B05-FB1A-C1AF-A6831C78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DF065-56EF-683F-A2E0-C0AE6F37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0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0AFAD92-B6CF-DBC7-B1AF-D7D333EB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FD4D89-60B9-C44F-A220-B1F651557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C28CA-02AB-A43B-7566-B33E235C6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8E536-6B47-4974-8B40-2E7CF9E9948F}" type="datetimeFigureOut">
              <a:rPr lang="fr-FR" smtClean="0"/>
              <a:t>26/02/2025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110300-9685-F3C1-3F1A-FBC5FFC13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DC6672-6E1E-87A0-FD0F-5E75665A4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0AC3E-2F50-481B-8C03-4017D7D2C8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69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E0A717-14DF-FD4D-8B56-377B741EB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2322864"/>
            <a:ext cx="5491090" cy="2387600"/>
          </a:xfrm>
        </p:spPr>
        <p:txBody>
          <a:bodyPr anchor="b">
            <a:normAutofit/>
          </a:bodyPr>
          <a:lstStyle/>
          <a:p>
            <a:pPr algn="l"/>
            <a:r>
              <a:rPr lang="fr-FR"/>
              <a:t>Les Machines Virtuelles (VM)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6B03A21-8E12-9E2F-5EA8-23B10A8D1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20"/>
          <a:stretch/>
        </p:blipFill>
        <p:spPr>
          <a:xfrm>
            <a:off x="6417733" y="654567"/>
            <a:ext cx="5169282" cy="5099994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6F68B654-2C09-9D71-BC8C-D574A7996A63}"/>
                  </a:ext>
                </a:extLst>
              </p14:cNvPr>
              <p14:cNvContentPartPr/>
              <p14:nvPr/>
            </p14:nvContentPartPr>
            <p14:xfrm>
              <a:off x="10924251" y="403505"/>
              <a:ext cx="1092240" cy="103644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6F68B654-2C09-9D71-BC8C-D574A7996A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61611" y="340865"/>
                <a:ext cx="1217880" cy="11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91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552ECE-FDA0-A2E2-A327-36330E8B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128" y="551746"/>
            <a:ext cx="4977976" cy="1454051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chemeClr val="tx2"/>
                </a:solidFill>
              </a:rPr>
              <a:t>Sommaire</a:t>
            </a:r>
          </a:p>
        </p:txBody>
      </p:sp>
      <p:graphicFrame>
        <p:nvGraphicFramePr>
          <p:cNvPr id="20" name="Espace réservé du contenu 2">
            <a:extLst>
              <a:ext uri="{FF2B5EF4-FFF2-40B4-BE49-F238E27FC236}">
                <a16:creationId xmlns:a16="http://schemas.microsoft.com/office/drawing/2014/main" id="{D5D413E7-3DC5-819A-27AB-DFB4B6D2F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688126"/>
              </p:ext>
            </p:extLst>
          </p:nvPr>
        </p:nvGraphicFramePr>
        <p:xfrm>
          <a:off x="804672" y="1708220"/>
          <a:ext cx="5291328" cy="435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Liste de contrôle">
            <a:extLst>
              <a:ext uri="{FF2B5EF4-FFF2-40B4-BE49-F238E27FC236}">
                <a16:creationId xmlns:a16="http://schemas.microsoft.com/office/drawing/2014/main" id="{EC6DAEFB-823B-3BDC-F5F6-657DD06DFB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3B776E-2834-77FC-C270-3A028F55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400" dirty="0"/>
              <a:t>Introduction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11922-2C9B-D613-4C79-E8390BF1B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257112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Définition d’une machine virtuelle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Contexte et utilité des VM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212A13-A982-57CC-F7ED-42826F95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2" b="825"/>
          <a:stretch/>
        </p:blipFill>
        <p:spPr>
          <a:xfrm>
            <a:off x="6199975" y="640080"/>
            <a:ext cx="5166115" cy="549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9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18E818-3E2F-7BAB-48B6-2DCD5FAF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Fonctionnement des machines virtuelles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081729-FA34-93A4-0CEF-DE50EC9B7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5081607" cy="3410712"/>
          </a:xfrm>
        </p:spPr>
        <p:txBody>
          <a:bodyPr anchor="t">
            <a:normAutofit/>
          </a:bodyPr>
          <a:lstStyle/>
          <a:p>
            <a:endParaRPr lang="fr-FR" sz="2200" dirty="0"/>
          </a:p>
          <a:p>
            <a:endParaRPr lang="fr-FR" sz="2200" dirty="0"/>
          </a:p>
          <a:p>
            <a:r>
              <a:rPr lang="fr-FR" sz="2200" dirty="0"/>
              <a:t>Hyperviseurs (Type 1 vs Type 2)</a:t>
            </a:r>
          </a:p>
          <a:p>
            <a:endParaRPr lang="fr-FR" sz="2200" dirty="0"/>
          </a:p>
          <a:p>
            <a:r>
              <a:rPr lang="fr-FR" sz="2200" dirty="0"/>
              <a:t>Allocation des ressources</a:t>
            </a:r>
          </a:p>
          <a:p>
            <a:endParaRPr lang="fr-FR" sz="2200" dirty="0"/>
          </a:p>
          <a:p>
            <a:r>
              <a:rPr lang="fr-FR" sz="2200" dirty="0"/>
              <a:t>Isolation et protection des systèmes</a:t>
            </a: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75F55A1-E24E-ECAB-1759-2E34DC01B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54" y="1806626"/>
            <a:ext cx="6926175" cy="34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4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30B954-121A-2B13-64E1-47513983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000" dirty="0"/>
              <a:t>Avantages des VM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7C526A-7A8F-4405-314F-55908D04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7" y="1309101"/>
            <a:ext cx="5858491" cy="4550094"/>
          </a:xfrm>
          <a:prstGeom prst="rect">
            <a:avLst/>
          </a:prstGeom>
        </p:spPr>
      </p:pic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6A874EEC-730C-9952-82F3-4277272FF3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683815"/>
              </p:ext>
            </p:extLst>
          </p:nvPr>
        </p:nvGraphicFramePr>
        <p:xfrm>
          <a:off x="630936" y="2660904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404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D1395B-8C5E-3D1E-1C26-EB9D43761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>
            <a:normAutofit/>
          </a:bodyPr>
          <a:lstStyle/>
          <a:p>
            <a:r>
              <a:rPr lang="fr-FR" sz="2800"/>
              <a:t>Cas d’usages des VM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BA57B-37F8-B17C-05E4-F9F0B0DF0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359152"/>
            <a:ext cx="4313905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200" dirty="0"/>
          </a:p>
          <a:p>
            <a:r>
              <a:rPr lang="fr-FR" sz="2200" dirty="0"/>
              <a:t>Virtualisation des serveurs</a:t>
            </a:r>
          </a:p>
          <a:p>
            <a:endParaRPr lang="fr-FR" sz="2200" dirty="0"/>
          </a:p>
          <a:p>
            <a:r>
              <a:rPr lang="fr-FR" sz="2200" dirty="0"/>
              <a:t>Environnements de test et développement</a:t>
            </a:r>
          </a:p>
          <a:p>
            <a:endParaRPr lang="fr-FR" sz="2200" dirty="0"/>
          </a:p>
          <a:p>
            <a:r>
              <a:rPr lang="fr-FR" sz="2200" dirty="0"/>
              <a:t>Cloud </a:t>
            </a:r>
            <a:r>
              <a:rPr lang="fr-FR" sz="2200" dirty="0" err="1"/>
              <a:t>computing</a:t>
            </a:r>
            <a:r>
              <a:rPr lang="fr-FR" sz="2200" dirty="0"/>
              <a:t> et hébergement web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F1B7BC-30F8-2AD9-4AA2-7548BAEB6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612" y="292908"/>
            <a:ext cx="3347537" cy="24437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9E35757-2DFC-A65C-9C3E-65DDFB8A9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812" y="522514"/>
            <a:ext cx="3071188" cy="172754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8264C8A-2711-8933-E899-66CB3C3B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80" r="4283"/>
          <a:stretch/>
        </p:blipFill>
        <p:spPr>
          <a:xfrm>
            <a:off x="5846705" y="3150223"/>
            <a:ext cx="5989328" cy="29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8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D492B5-A046-C601-F342-2A2AA515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fr-FR" sz="3400" dirty="0"/>
              <a:t>Limites et alternatives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2B5B3-A982-DFA2-E3A0-A91A8B33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5465064" cy="39621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Performances limitées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Conteneurs (Docker, </a:t>
            </a:r>
            <a:r>
              <a:rPr lang="fr-FR" sz="2000" dirty="0" err="1"/>
              <a:t>Kubernetes</a:t>
            </a:r>
            <a:r>
              <a:rPr lang="fr-FR" sz="2000" dirty="0"/>
              <a:t>) vs VM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7E250C7-B15D-6AB0-46C0-6B537ABD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17600"/>
            <a:ext cx="4572000" cy="27432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B5F217-03CC-C92F-C029-09B111AF0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872" y="3957409"/>
            <a:ext cx="5687695" cy="22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2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A6941B-5ED6-5CF6-174D-EC1F306D6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31B5ED8C-E9EC-0C10-BC30-CE3D5A58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986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99</Words>
  <Application>Microsoft Office PowerPoint</Application>
  <PresentationFormat>Grand écran</PresentationFormat>
  <Paragraphs>41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Thème Office</vt:lpstr>
      <vt:lpstr>Les Machines Virtuelles (VM)</vt:lpstr>
      <vt:lpstr>Sommaire</vt:lpstr>
      <vt:lpstr>Introduction</vt:lpstr>
      <vt:lpstr>Fonctionnement des machines virtuelles</vt:lpstr>
      <vt:lpstr>Avantages des VM</vt:lpstr>
      <vt:lpstr>Cas d’usages des VM</vt:lpstr>
      <vt:lpstr>Limites et alternatives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CHARBIT</dc:creator>
  <cp:lastModifiedBy>Samuel CHARBIT</cp:lastModifiedBy>
  <cp:revision>1</cp:revision>
  <dcterms:created xsi:type="dcterms:W3CDTF">2025-02-26T13:32:15Z</dcterms:created>
  <dcterms:modified xsi:type="dcterms:W3CDTF">2025-02-26T15:13:37Z</dcterms:modified>
</cp:coreProperties>
</file>